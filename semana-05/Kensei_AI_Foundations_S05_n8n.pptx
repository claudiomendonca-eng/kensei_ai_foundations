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0y8TlbJGvLCBXua/MNXPoF7Yn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C79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65760"/>
            <a:ext cx="1280160" cy="112471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548640" y="1691640"/>
            <a:ext cx="146304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8640" y="16916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SEMANA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1488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AUTOMACAO COM n8n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7432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Conectando o mundo sem escrever codigo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Workflows visuais que fazem o trabalho repetitivo por </a:t>
            </a:r>
            <a:r>
              <a:rPr i="1" lang="en-US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0" y="4389120"/>
            <a:ext cx="9144000" cy="1371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AI Foundations | Quartas as 19h | Mao na Massa!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E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Automação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 (E Por Que Importa)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960120"/>
            <a:ext cx="54864" cy="10972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31520" y="100584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Automacao = computador fazendo trabalho repetitivo por </a:t>
            </a:r>
            <a:r>
              <a:rPr b="1" lang="en-US" sz="1500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b="1" i="0" lang="en-US" sz="15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, 24h por dia.</a:t>
            </a:r>
            <a:br>
              <a:rPr b="1" i="0" lang="en-US" sz="15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5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Toda tarefa manual que </a:t>
            </a:r>
            <a:r>
              <a:rPr lang="en-US" sz="13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b="0" i="0" lang="en-US" sz="13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faz mais de uma vez por semana e candidata a ser automatizada. Email de relatorio? Backup? Notificacao? Coleta de dados? Tudo automatizavel.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Exemplos reais de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automação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2606040"/>
            <a:ext cx="1965960" cy="17830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2606040"/>
            <a:ext cx="1965960" cy="3657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48640" y="2624328"/>
            <a:ext cx="1783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1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"Toda segunda 9h"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301752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Coleta dados de vendas, gera relatorio e manda no email do chefe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606040" y="2606040"/>
            <a:ext cx="1965960" cy="17830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2606040" y="2606040"/>
            <a:ext cx="1965960" cy="365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697480" y="2624328"/>
            <a:ext cx="1783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1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"Quando chegar email"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697480" y="301752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IA classifica, salva anexos, e responde se for urgente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54880" y="2606040"/>
            <a:ext cx="1965960" cy="17830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754880" y="2606040"/>
            <a:ext cx="1965960" cy="3657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46320" y="2624328"/>
            <a:ext cx="1783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1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"Se site cair"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46320" y="301752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Notifica equipe no Slack e abre ticket automaticamente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903720" y="2606040"/>
            <a:ext cx="1965960" cy="17830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903720" y="2606040"/>
            <a:ext cx="1965960" cy="365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995160" y="2624328"/>
            <a:ext cx="1783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1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"Novo registro CRM"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995160" y="301752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Cria contato no Mailchimp, planilha e envia welcome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E o n8n?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57200" y="960120"/>
            <a:ext cx="54864" cy="12801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31520" y="100584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n8n e uma ferramenta visual de </a:t>
            </a:r>
            <a:r>
              <a:rPr b="1" lang="en-US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automação</a:t>
            </a:r>
            <a:r>
              <a:rPr b="1" i="0" lang="en-US" sz="14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b="1" i="0" lang="en-US" sz="14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 conecta caixinhas (nodes) na tela e cria fluxos.</a:t>
            </a:r>
            <a:br>
              <a:rPr b="1" i="0" lang="en-US" sz="14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4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Pense num quebra-cabeca: cada </a:t>
            </a:r>
            <a:r>
              <a:rPr lang="en-US" sz="12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peça</a:t>
            </a:r>
            <a:r>
              <a:rPr b="0" i="0" lang="en-US" sz="12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faz uma coisa (ler email, enviar mensagem, chamar IA, salvar no banco). Voce monta o fluxo arrastando e conectando.</a:t>
            </a:r>
            <a:br>
              <a:rPr b="0" i="0" lang="en-US" sz="12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No-code (sem codigo) ou Low-code (pouco codigo) — a IA pode te ajudar a configurar tudo.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n8n e nao Zapier/Make?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2834640"/>
            <a:ext cx="1965960" cy="15544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57200" y="2834640"/>
            <a:ext cx="54864" cy="15544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40080" y="28803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40080" y="324612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Codigo aberto, gratuito self-hosted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606040" y="2834640"/>
            <a:ext cx="1965960" cy="15544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606040" y="2834640"/>
            <a:ext cx="54864" cy="1554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788920" y="28803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Roda na sua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máquina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788920" y="324612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Seus dados ficam com </a:t>
            </a:r>
            <a:r>
              <a:rPr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754880" y="2834640"/>
            <a:ext cx="1965960" cy="15544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754880" y="2834640"/>
            <a:ext cx="54864" cy="15544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937760" y="28803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400+ integracoes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937760" y="324612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Slack, Email, Sheets, Telegram, OpenAI...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903720" y="2834640"/>
            <a:ext cx="1965960" cy="15544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903720" y="2834640"/>
            <a:ext cx="54864" cy="1554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086600" y="28803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 avancada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086600" y="324612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IFs, loops, transformacoes — sem limite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Instalando o n8n (Mao na Massa)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Tem 3 formas de usar n8n. Vamos ver as 2 mais simples: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57200" y="1280160"/>
            <a:ext cx="4023360" cy="4114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40080" y="129844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OPCAO 1: n8n Cloud (mais facil)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40080" y="1783080"/>
            <a:ext cx="36576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Direto no navegador, sem instalar nada.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1. Acesse n8n.io/cloud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1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conta gratis (14 dias trial)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3. Pronto, comeca a usar!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Boa pra: testar e aprender rapido.</a:t>
            </a:r>
            <a:br>
              <a:rPr b="0" i="1" lang="en-US" sz="10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1" lang="en-US" sz="10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Apos trial: a partir de US$20/mes.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846320" y="129844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OPCAO 2: n8n Local (gratis sempre)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846320" y="178308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Roda no seu computador via Docker.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1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instalar</a:t>
            </a: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Docker Desktop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2. No terminal: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846320" y="2606040"/>
            <a:ext cx="3657600" cy="5486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937760" y="2624328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6C79A"/>
                </a:solidFill>
                <a:latin typeface="Consolas"/>
                <a:ea typeface="Consolas"/>
                <a:cs typeface="Consolas"/>
                <a:sym typeface="Consolas"/>
              </a:rPr>
              <a:t>docker run -it --rm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6C79A"/>
                </a:solidFill>
                <a:latin typeface="Consolas"/>
                <a:ea typeface="Consolas"/>
                <a:cs typeface="Consolas"/>
                <a:sym typeface="Consolas"/>
              </a:rPr>
              <a:t>  -p 5678:5678 n8nio/n8n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46320" y="320040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3. Abra http://localhost:5678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Boa pra: usar de verdade no dia a dia.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57200" y="4526280"/>
            <a:ext cx="8229600" cy="18288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40080" y="452628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Nossa escolha hoje: 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Cloud (mais rapido pra aprender). Quem ja tem Docker pode ir de local!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Conceitos do n8n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So 4 conceitos pra dominar a ferramenta: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57200" y="1280160"/>
            <a:ext cx="4023360" cy="13258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457200" y="1280160"/>
            <a:ext cx="54864" cy="13258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188720" y="1371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0080" y="18745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O fluxo completo. Uma </a:t>
            </a:r>
            <a:r>
              <a:rPr lang="en-US" sz="11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sequência</a:t>
            </a: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ações</a:t>
            </a: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que executam juntas. Ex: "enviar relatorio diario".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754880" y="1280160"/>
            <a:ext cx="4023360" cy="13258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754880" y="1280160"/>
            <a:ext cx="54864" cy="1325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0" y="1371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937760" y="18745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Cada caixinha = uma </a:t>
            </a:r>
            <a:r>
              <a:rPr lang="en-US" sz="11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. Ex: "ler email", "chamar OpenAI", "salvar no Sheets". Cada node faz UMA coisa.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57200" y="2788920"/>
            <a:ext cx="4023360" cy="13258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57200" y="2788920"/>
            <a:ext cx="54864" cy="13258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188720" y="28803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40080" y="33832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O que dispara o workflow. Pode ser horario (toda 9h), evento (chegou email) ou manual.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54880" y="2788920"/>
            <a:ext cx="4023360" cy="13258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754880" y="2788920"/>
            <a:ext cx="54864" cy="1325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93776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486400" y="28803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937760" y="33832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A linha que liga os nodes. Define a ordem e passa dados de um node pra outro.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Estrutura: Trigger &gt; Node &gt; Node &gt; Node = Workflow. Simples assim!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Anatomia de um Workflow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Vamos ver um workflow real: "Enviar resumo de vendas todo dia 18h":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1371600"/>
            <a:ext cx="1554480" cy="6400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57200" y="1371600"/>
            <a:ext cx="54864" cy="6400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94360" y="14173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097280" y="13716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12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2468880" y="1371600"/>
            <a:ext cx="1554480" cy="6400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2468880" y="1371600"/>
            <a:ext cx="54864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2606040" y="14173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108960" y="13716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Sheets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4480560" y="1371600"/>
            <a:ext cx="1554480" cy="6400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480560" y="1371600"/>
            <a:ext cx="54864" cy="6400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617720" y="14173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120640" y="13716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6492240" y="1371600"/>
            <a:ext cx="1554480" cy="64008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492240" y="1371600"/>
            <a:ext cx="54864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629400" y="14173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✉️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132320" y="13716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548640" y="233172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Trigger que dispara todo dia as 18h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606040" y="233172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Sheets: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Le os dados de vendas do Google Sheets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663440" y="233172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IA cria resumo executivo dos </a:t>
            </a:r>
            <a:r>
              <a:rPr lang="en-US" sz="9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números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720840" y="233172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Envia o resumo formatado pro chefe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ganha: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3611880"/>
            <a:ext cx="4023360" cy="91440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3611880"/>
            <a:ext cx="54864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Antes (manual)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30 min/dia abrindo planilha, escrevendo email, formatando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754880" y="3611880"/>
            <a:ext cx="4023360" cy="91440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754880" y="3611880"/>
            <a:ext cx="54864" cy="91440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937760" y="3703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Depois (n8n)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937760" y="4023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0 minutos. Tudo acontece sozinho. </a:t>
            </a:r>
            <a:r>
              <a:rPr lang="en-US" sz="11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só</a:t>
            </a: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checa se chegou.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Projeto 1: Seu Primeiro Workflow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A104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57200" y="960120"/>
            <a:ext cx="45720" cy="5943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594360" y="96012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Voce pede:  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"Cria workflow no n8n: quando eu clicar em manual trigger, gera uma frase motivacional usando OpenAI e </a:t>
            </a:r>
            <a:r>
              <a:rPr i="1"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salvar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em uma planilha do Google Sheets."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57200" y="1691640"/>
            <a:ext cx="8229600" cy="475488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57200" y="1691640"/>
            <a:ext cx="457200" cy="475488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57200" y="1691640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051560" y="1691640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Trigger   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Botao "Execute workflow" para testar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57200" y="2258568"/>
            <a:ext cx="8229600" cy="475488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57200" y="2258568"/>
            <a:ext cx="457200" cy="4754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457200" y="2258568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051560" y="2258568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 Node   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Prompt: "Gere uma frase motivacional para cyber"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57200" y="2825496"/>
            <a:ext cx="8229600" cy="475488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57200" y="2825496"/>
            <a:ext cx="457200" cy="475488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57200" y="2825496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051560" y="28254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Sheets   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Append row: data + frase gerada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57200" y="3392424"/>
            <a:ext cx="8229600" cy="475488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57200" y="3392424"/>
            <a:ext cx="457200" cy="4754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57200" y="3392424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051560" y="3392424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Conectar e testar   </a:t>
            </a:r>
            <a:r>
              <a:rPr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Arraste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as linhas, clica execute, ve a magica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731520" y="405079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Travou? Pergunta pra IA: 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"Como conectar Google Sheets no n8n?" ou "Onde coloco minha API key da OpenAI no n8n?"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Projeto 2: Notificador de Site Down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A104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57200" y="960120"/>
            <a:ext cx="45720" cy="5943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94360" y="96012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Voce pede:  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"Cria workflow </a:t>
            </a:r>
            <a:r>
              <a:rPr i="1"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n8n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que checa se um site (ex: kensei.seg.br) ta no ar a cada 5 minutos. Se cair, manda mensagem no Telegram pra mim."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1691640"/>
            <a:ext cx="155448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457200" y="1691640"/>
            <a:ext cx="54864" cy="54864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097280" y="16916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12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2468880" y="1691640"/>
            <a:ext cx="155448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2468880" y="1691640"/>
            <a:ext cx="54864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260604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108960" y="16916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 Req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8"/>
          <p:cNvSpPr/>
          <p:nvPr/>
        </p:nvSpPr>
        <p:spPr>
          <a:xfrm>
            <a:off x="4480560" y="1691640"/>
            <a:ext cx="137160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480560" y="1691640"/>
            <a:ext cx="54864" cy="54864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61772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120640" y="169164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/>
          <p:nvPr/>
        </p:nvSpPr>
        <p:spPr>
          <a:xfrm>
            <a:off x="6309360" y="1691640"/>
            <a:ext cx="155448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6309360" y="1691640"/>
            <a:ext cx="54864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949440" y="16916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914400" y="24231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 node   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Trigger cada 5 minutos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14400" y="28346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 Request   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GET no site, retorna status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914400" y="3246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node   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Se status != 200 (site fora do 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914400" y="36576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Telegram   </a:t>
            </a: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Manda mensagem pra voce no chat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A104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457200" y="4160520"/>
            <a:ext cx="45720" cy="5943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594360" y="416052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Voce pede:  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"Adiciona: se voltar a funcionar, manda outra mensagem avisando que </a:t>
            </a:r>
            <a:r>
              <a:rPr i="1"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de volta"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9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Projeto 3: Threat Intel Diario com 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A104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457200" y="960120"/>
            <a:ext cx="45720" cy="5943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594360" y="96012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Voce pede:  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"Cria workflow n8n que toda manha 8h le RSS feeds de cyberseguranca das ultimas 24h, </a:t>
            </a:r>
            <a:r>
              <a:rPr i="1"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usando OpenAI para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resumir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cada noticia, e me manda email com resumo + links das fontes."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57200" y="1691640"/>
            <a:ext cx="155448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457200" y="1691640"/>
            <a:ext cx="54864" cy="54864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097280" y="16916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12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/>
          <p:nvPr/>
        </p:nvSpPr>
        <p:spPr>
          <a:xfrm>
            <a:off x="2468880" y="1691640"/>
            <a:ext cx="155448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2468880" y="1691640"/>
            <a:ext cx="54864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260604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📰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3108960" y="16916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RSS Feeds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/>
          <p:nvPr/>
        </p:nvSpPr>
        <p:spPr>
          <a:xfrm>
            <a:off x="4480560" y="1691640"/>
            <a:ext cx="137160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480560" y="1691640"/>
            <a:ext cx="54864" cy="54864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461772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5120640" y="169164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24h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6309360" y="1691640"/>
            <a:ext cx="155448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309360" y="1691640"/>
            <a:ext cx="54864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949440" y="16916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309360" y="2377440"/>
            <a:ext cx="1554480" cy="548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6309360" y="2377440"/>
            <a:ext cx="54864" cy="54864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6446520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✉️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949440" y="23774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6600" y="2286000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9"/>
          <p:cNvSpPr/>
          <p:nvPr/>
        </p:nvSpPr>
        <p:spPr>
          <a:xfrm>
            <a:off x="457200" y="3108960"/>
            <a:ext cx="155448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548640" y="315468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b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Toda manha 8h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2148840" y="3108960"/>
            <a:ext cx="155448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2240280" y="315468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b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RSS Feeds: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The Hacker News, Bleeping, KrebsOnSec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3840480" y="3108960"/>
            <a:ext cx="155448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3931920" y="315468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b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So noticias ultimas 24h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532120" y="3108960"/>
            <a:ext cx="155448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5623560" y="315468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b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Resume + classifica criticidade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223760" y="3108960"/>
            <a:ext cx="155448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7315200" y="315468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b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b="0" i="0" lang="en-US" sz="9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Digest com links das fontes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731520" y="405079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Briefing diario de cyber em 30 segundos. </a:t>
            </a: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Voce comeca o dia ja sabendo o que esta acontecendo no mundo.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Projeto 4: API Pessoal com Webhook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A104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457200" y="960120"/>
            <a:ext cx="45720" cy="5943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594360" y="96012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Voce pede:  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"Cria workflow n8n com webhook: quando </a:t>
            </a:r>
            <a:r>
              <a:rPr i="1"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alguém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manda POST com um texto, usar </a:t>
            </a:r>
            <a:r>
              <a:rPr i="1"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OpenAPI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para classificar em positivo/negativo/neutro e retornar JSON. Vira sua propria mini-API."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457200" y="1691640"/>
            <a:ext cx="2103120" cy="59436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457200" y="1691640"/>
            <a:ext cx="54864" cy="5943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594360" y="173736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097280" y="16916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Webhook (POST)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1760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0"/>
          <p:cNvSpPr/>
          <p:nvPr/>
        </p:nvSpPr>
        <p:spPr>
          <a:xfrm>
            <a:off x="3017520" y="1691640"/>
            <a:ext cx="2103120" cy="59436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3017520" y="1691640"/>
            <a:ext cx="54864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3154680" y="173736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3657600" y="16916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1" name="Google Shape;36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0"/>
          <p:cNvSpPr/>
          <p:nvPr/>
        </p:nvSpPr>
        <p:spPr>
          <a:xfrm>
            <a:off x="5577840" y="1691640"/>
            <a:ext cx="2103120" cy="59436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5577840" y="1691640"/>
            <a:ext cx="54864" cy="5943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5715000" y="173736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217920" y="16916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 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57200" y="2514600"/>
            <a:ext cx="4572000" cy="1691640"/>
          </a:xfrm>
          <a:prstGeom prst="rect">
            <a:avLst/>
          </a:prstGeom>
          <a:solidFill>
            <a:srgbClr val="0D0D1A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457200" y="2514600"/>
            <a:ext cx="4572000" cy="25603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548640" y="2532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onsolas"/>
                <a:ea typeface="Consolas"/>
                <a:cs typeface="Consolas"/>
                <a:sym typeface="Consolas"/>
              </a:rPr>
              <a:t>Como usar a API criada: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40080" y="2834640"/>
            <a:ext cx="4297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8BA3"/>
                </a:solidFill>
                <a:latin typeface="Consolas"/>
                <a:ea typeface="Consolas"/>
                <a:cs typeface="Consolas"/>
                <a:sym typeface="Consolas"/>
              </a:rPr>
              <a:t># Do seu terminal ou qualquer app:</a:t>
            </a:r>
            <a:br>
              <a:rPr b="0" i="0" lang="en-US" sz="1000" u="none" cap="none" strike="noStrike">
                <a:solidFill>
                  <a:srgbClr val="8B8BA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curl -X POST https://seu-n8n.com/webhook/sentiment \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  -d '{"texto":"Adorei o curso da Kensei!"}'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8B8BA3"/>
                </a:solidFill>
                <a:latin typeface="Consolas"/>
                <a:ea typeface="Consolas"/>
                <a:cs typeface="Consolas"/>
                <a:sym typeface="Consolas"/>
              </a:rPr>
              <a:t># Resposta:</a:t>
            </a:r>
            <a:br>
              <a:rPr b="0" i="0" lang="en-US" sz="1000" u="none" cap="none" strike="noStrike">
                <a:solidFill>
                  <a:srgbClr val="8B8BA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00" u="none" cap="none" strike="noStrike">
                <a:solidFill>
                  <a:srgbClr val="16C79A"/>
                </a:solidFill>
                <a:latin typeface="Consolas"/>
                <a:ea typeface="Consolas"/>
                <a:cs typeface="Consolas"/>
                <a:sym typeface="Consolas"/>
              </a:rPr>
              <a:t>{"sentimento":"positivo","confianca":0.95}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303520" y="2514600"/>
            <a:ext cx="3383280" cy="16916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303520" y="2514600"/>
            <a:ext cx="54864" cy="1691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5486400" y="2560320"/>
            <a:ext cx="30175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Voce acabou de criar uma API!</a:t>
            </a:r>
            <a:b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Sem servidor. Sem deploy. Sem dor de cabeca.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Qualquer app, site ou outro workflow pode chamar essa API e receber a analise.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Isso e poder de verdade.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A104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457200" y="4297680"/>
            <a:ext cx="45720" cy="5943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594360" y="429768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Voce pede:  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"Adiciona: </a:t>
            </a:r>
            <a:r>
              <a:rPr i="1" lang="en-US" sz="1000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também</a:t>
            </a:r>
            <a:r>
              <a:rPr b="0" i="1" lang="en-US" sz="10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 extrai palavras-chave do texto e retorna no JSON"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1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Boas Praticas e Cuidados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457200" y="960120"/>
            <a:ext cx="8229600" cy="749808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457200" y="960120"/>
            <a:ext cx="54864" cy="7498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640080" y="10332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Trate erros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640080" y="13258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Workflows quebram. Adicione node "Error Trigger" para enviar alerta quando algo falhar.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57200" y="1856232"/>
            <a:ext cx="8229600" cy="749808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457200" y="1856232"/>
            <a:ext cx="54864" cy="749808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640080" y="19293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Cuidado com credenciais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40080" y="22219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n8n armazena suas API keys. Se for self-hosted, configure backup e seguranca.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457200" y="2752344"/>
            <a:ext cx="8229600" cy="749808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457200" y="2752344"/>
            <a:ext cx="54864" cy="7498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640080" y="28254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Nao automatize tudo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40080" y="311810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So automatize processos estaveis e repetitivos. Coisa criativa e estrategica fica com voce.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457200" y="3648456"/>
            <a:ext cx="8229600" cy="749808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457200" y="3648456"/>
            <a:ext cx="54864" cy="749808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640080" y="37216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 antes de agendar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640080" y="401421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Rode manualmente varias vezes antes de deixar rodando sozinho. Bug em loop = caos.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0" y="4754880"/>
            <a:ext cx="9144000" cy="13716"/>
          </a:xfrm>
          <a:prstGeom prst="rect">
            <a:avLst/>
          </a:prstGeom>
          <a:solidFill>
            <a:srgbClr val="E945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Kensei CyberSec Lab | AI Foundations 2026 | Semana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943600" y="4800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No-Code = Mais Tempo Pra Pensar.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4" name="Google Shape;4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Salvando Workflows + Para Casa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57200" y="960120"/>
            <a:ext cx="3931920" cy="182880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640080" y="97840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0A14"/>
                </a:solidFill>
                <a:latin typeface="Calibri"/>
                <a:ea typeface="Calibri"/>
                <a:cs typeface="Calibri"/>
                <a:sym typeface="Calibri"/>
              </a:rPr>
              <a:t>SALVAR NO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640080" y="137160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No n8n: ... &gt; Download workflow JSON</a:t>
            </a: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No repo, crie semana-05/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Salve cada workflow como: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  01_primeiro_workflow.json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  02_notificador_site.json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  03_threat_intel_diario.json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  04_api_sentimento.json</a:t>
            </a: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1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Commit + Push!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4754880" y="960120"/>
            <a:ext cx="3931920" cy="182880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4937760" y="97840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CASA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937760" y="141732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Completar os 4 workflows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4937760" y="169164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Criar UM workflow seu (resolve seu problema!)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937760" y="196596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Testar e deixar rodando 1 semana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4937760" y="224028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README com print de cada fluxo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4937760" y="251460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Pesquisar: o que sao agentes de IA?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1616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731520" y="30175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  <a:t>O QUE FIZEMOS HOJE</a:t>
            </a:r>
            <a:br>
              <a:rPr b="1" i="0" lang="en-US" sz="1300" u="none" cap="none" strike="noStrike">
                <a:solidFill>
                  <a:srgbClr val="16C7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5C5D8"/>
                </a:solidFill>
                <a:latin typeface="Calibri"/>
                <a:ea typeface="Calibri"/>
                <a:cs typeface="Calibri"/>
                <a:sym typeface="Calibri"/>
              </a:rPr>
              <a:t>Entendemos automacao | Conhecemos n8n | 4 workflows reais (motivacional, monitor, threat intel, API) | Aprendemos triggers, nodes, conexoes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1111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Proxima: Semana 6 — n8n + IA (Agentes Inteligentes)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Vamos transformar workflows em agentes que pensam, decidem e agem!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C79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65760"/>
            <a:ext cx="2743200" cy="2404872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3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C79A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16C79A"/>
                </a:solidFill>
                <a:latin typeface="Consolas"/>
                <a:ea typeface="Consolas"/>
                <a:cs typeface="Consolas"/>
                <a:sym typeface="Consolas"/>
              </a:rPr>
              <a:t># computador trabalha pra </a:t>
            </a:r>
            <a:r>
              <a:rPr b="1" lang="en-US" sz="2400">
                <a:solidFill>
                  <a:srgbClr val="16C79A"/>
                </a:solidFill>
                <a:latin typeface="Consolas"/>
                <a:ea typeface="Consolas"/>
                <a:cs typeface="Consolas"/>
                <a:sym typeface="Consolas"/>
              </a:rPr>
              <a:t>você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5D8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C5C5D8"/>
                </a:solidFill>
                <a:latin typeface="Consolas"/>
                <a:ea typeface="Consolas"/>
                <a:cs typeface="Consolas"/>
                <a:sym typeface="Consolas"/>
              </a:rPr>
              <a:t>voce.tempo += horas_economizadas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0" y="4389120"/>
            <a:ext cx="9144000" cy="1371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BA3"/>
                </a:solidFill>
                <a:latin typeface="Calibri"/>
                <a:ea typeface="Calibri"/>
                <a:cs typeface="Calibri"/>
                <a:sym typeface="Calibri"/>
              </a:rPr>
              <a:t>Duvidas? WhatsApp e Discord | kensei.seg.br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2026-04-27T17:13:23Z</dcterms:created>
  <dc:creator>Kensei</dc:creator>
</cp:coreProperties>
</file>